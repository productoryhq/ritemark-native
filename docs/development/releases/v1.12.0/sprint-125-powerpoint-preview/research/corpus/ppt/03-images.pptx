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6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6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Picture at native aspect, and stretched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5303520" cy="3314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463040"/>
            <a:ext cx="5303520" cy="201168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3749039"/>
            <a:ext cx="2560320" cy="25603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Cropped pictures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rcRect l="25000" r="25000"/>
          <a:stretch>
            <a:fillRect/>
          </a:stretch>
        </p:blipFill>
        <p:spPr>
          <a:xfrm>
            <a:off x="548640" y="1463040"/>
            <a:ext cx="3657600" cy="2286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rcRect t="50000"/>
          <a:stretch>
            <a:fillRect/>
          </a:stretch>
        </p:blipFill>
        <p:spPr>
          <a:xfrm>
            <a:off x="4480560" y="1463040"/>
            <a:ext cx="3657600" cy="2286000"/>
          </a:xfrm>
          <a:prstGeom prst="rect">
            <a:avLst/>
          </a:prstGeom>
        </p:spPr>
      </p:pic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3"/>
          <a:srcRect l="50000" t="25000" b="25000"/>
          <a:stretch>
            <a:fillRect/>
          </a:stretch>
        </p:blipFill>
        <p:spPr>
          <a:xfrm>
            <a:off x="8412480" y="1463040"/>
            <a:ext cx="3200400" cy="2000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669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555B66"/>
                </a:solidFill>
              </a:rPr>
              <a:t>Left: columns B–C. Middle: rows 3–4. Right (JPEG): columns C–D, rows 2–3.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74320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Text over a full-bleed picture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</Words>
  <Application>Microsoft Macintosh PowerPoint</Application>
  <PresentationFormat>Widescreen</PresentationFormat>
  <Paragraphs>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Picture at native aspect, and stretched</vt:lpstr>
      <vt:lpstr>Cropped pictures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Images</dc:title>
  <dc:subject/>
  <dc:creator>Ritemark corpus</dc:creator>
  <cp:keywords/>
  <dc:description>generated using python-pptx</dc:description>
  <cp:lastModifiedBy>Ritemark corpus</cp:lastModifiedBy>
  <cp:revision>1</cp:revision>
  <dcterms:created xsi:type="dcterms:W3CDTF">2026-01-01T00:00:00Z</dcterms:created>
  <dcterms:modified xsi:type="dcterms:W3CDTF">2026-09-24T17:27:29Z</dcterms:modified>
  <cp:category/>
</cp:coreProperties>
</file>