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16" d="100"/>
          <a:sy n="116" d="100"/>
        </p:scale>
        <p:origin x="8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  <c:pt idx="3">
                  <c:v>24.1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2A-814E-A487-4B7DB24664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22.3</c:v>
                </c:pt>
                <c:pt idx="1">
                  <c:v>28.6</c:v>
                </c:pt>
                <c:pt idx="2">
                  <c:v>15.2</c:v>
                </c:pt>
                <c:pt idx="3">
                  <c:v>30.4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2A-814E-A487-4B7DB24664F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  <c:pt idx="3">
                  <c:v>24.1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4E-F44A-809D-F4FCCDFD23E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22.3</c:v>
                </c:pt>
                <c:pt idx="1">
                  <c:v>28.6</c:v>
                </c:pt>
                <c:pt idx="2">
                  <c:v>15.2</c:v>
                </c:pt>
                <c:pt idx="3">
                  <c:v>30.4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54E-F44A-809D-F4FCCDFD23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  <c:pt idx="3">
                  <c:v>24.1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A90-9846-8485-CC36D12E73A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22.3</c:v>
                </c:pt>
                <c:pt idx="1">
                  <c:v>28.6</c:v>
                </c:pt>
                <c:pt idx="2">
                  <c:v>15.2</c:v>
                </c:pt>
                <c:pt idx="3">
                  <c:v>30.4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A90-9846-8485-CC36D12E73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title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mix</c:v>
                </c:pt>
              </c:strCache>
            </c:strRef>
          </c:tx>
          <c:dLbls>
            <c:numFmt formatCode="0%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Product</c:v>
                </c:pt>
                <c:pt idx="1">
                  <c:v>Services</c:v>
                </c:pt>
                <c:pt idx="2">
                  <c:v>Licences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0.46</c:v>
                </c:pt>
                <c:pt idx="1">
                  <c:v>0.28000000000000003</c:v>
                </c:pt>
                <c:pt idx="2">
                  <c:v>0.18</c:v>
                </c:pt>
                <c:pt idx="3">
                  <c:v>0.08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22-7545-AEA9-79555E4D35F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mix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Product</c:v>
                </c:pt>
                <c:pt idx="1">
                  <c:v>Services</c:v>
                </c:pt>
                <c:pt idx="2">
                  <c:v>Licences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0.46</c:v>
                </c:pt>
                <c:pt idx="1">
                  <c:v>0.28000000000000003</c:v>
                </c:pt>
                <c:pt idx="2">
                  <c:v>0.18</c:v>
                </c:pt>
                <c:pt idx="3">
                  <c:v>0.08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FB-D746-8362-A290E10C63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EE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Clustered column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1069848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Horizontal bar and line charts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548640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217920" y="1371600"/>
          <a:ext cx="548640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Pie and doughnut charts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548640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217920" y="1371600"/>
          <a:ext cx="548640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</Words>
  <Application>Microsoft Macintosh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Clustered column chart</vt:lpstr>
      <vt:lpstr>Horizontal bar and line charts</vt:lpstr>
      <vt:lpstr>Pie and doughnut charts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Charts</dc:title>
  <dc:subject/>
  <dc:creator>Ritemark corpus</dc:creator>
  <cp:keywords/>
  <dc:description>generated using python-pptx</dc:description>
  <cp:lastModifiedBy>Ritemark corpus</cp:lastModifiedBy>
  <cp:revision>1</cp:revision>
  <dcterms:created xsi:type="dcterms:W3CDTF">2026-01-01T00:00:00Z</dcterms:created>
  <dcterms:modified xsi:type="dcterms:W3CDTF">2026-09-24T17:27:40Z</dcterms:modified>
  <cp:category/>
</cp:coreProperties>
</file>