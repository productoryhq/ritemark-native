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with merged cells and fills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 rowSpan="2">
                  <a:txBody>
                    <a:bodyPr/>
                    <a:lstStyle/>
                    <a:p>
                      <a:r>
                        <a:t>North + 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80</a:t>
                      </a:r>
                    </a:p>
                  </a:txBody>
                  <a:tcPr>
                    <a:solidFill>
                      <a:srgbClr val="E8A3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88</a:t>
                      </a:r>
                    </a:p>
                  </a:txBody>
                  <a:tcPr>
                    <a:solidFill>
                      <a:srgbClr val="0F9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b="1"/>
                        <a:t>160</a:t>
                      </a:r>
                    </a:p>
                  </a:txBody>
                  <a:tcPr>
                    <a:solidFill>
                      <a:srgbClr val="D1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H1: 862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Plain table, no style flags, custom widths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1440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400"/>
                        <a:t>Row 1, column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1, column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1, column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Row 2, column 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2, column 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2, column 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Row 3, column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3, column 2 — a longer cell that wraps onto a second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3, column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Row 4, column 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4, column 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4, column 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</Words>
  <Application>Microsoft Macintosh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Table with merged cells and fills</vt:lpstr>
      <vt:lpstr>Plain table, no style flags, custom widths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2026-09-24T17:26:43Z</dcterms:modified>
  <cp:category/>
</cp:coreProperties>
</file>