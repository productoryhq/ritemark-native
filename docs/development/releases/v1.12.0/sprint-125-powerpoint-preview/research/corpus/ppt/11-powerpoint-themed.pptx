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 snapToObjects="1">
      <p:cViewPr varScale="1">
        <p:scale>
          <a:sx n="116" d="100"/>
          <a:sy n="116" d="100"/>
        </p:scale>
        <p:origin x="864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4242851"/>
            <a:ext cx="8968084" cy="275942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1716" y="4243845"/>
            <a:ext cx="3077108" cy="27694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2590078"/>
            <a:ext cx="8968085" cy="1660332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9111715" y="2590078"/>
            <a:ext cx="3077109" cy="1660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0322" y="2733709"/>
            <a:ext cx="8144134" cy="1373070"/>
          </a:xfrm>
        </p:spPr>
        <p:txBody>
          <a:bodyPr anchor="b">
            <a:noAutofit/>
          </a:bodyPr>
          <a:lstStyle>
            <a:lvl1pPr algn="r">
              <a:defRPr sz="5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0322" y="4394039"/>
            <a:ext cx="8144134" cy="1117687"/>
          </a:xfrm>
        </p:spPr>
        <p:txBody>
          <a:bodyPr>
            <a:normAutofit/>
          </a:bodyPr>
          <a:lstStyle>
            <a:lvl1pPr marL="0" indent="0" algn="r"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255346" y="2750337"/>
            <a:ext cx="1171888" cy="1356442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6795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5681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4086907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4" y="4087901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-2" y="2726267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5" y="2726267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2869895"/>
            <a:ext cx="9613860" cy="1090788"/>
          </a:xfrm>
        </p:spPr>
        <p:txBody>
          <a:bodyPr anchor="ctr">
            <a:normAutofit/>
          </a:bodyPr>
          <a:lstStyle>
            <a:lvl1pPr algn="r"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2" y="4232171"/>
            <a:ext cx="9613860" cy="1704017"/>
          </a:xfrm>
        </p:spPr>
        <p:txBody>
          <a:bodyPr>
            <a:normAutofit/>
          </a:bodyPr>
          <a:lstStyle>
            <a:lvl1pPr marL="0" indent="0" algn="r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729455" y="286989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596201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0320" y="2336873"/>
            <a:ext cx="4698358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94123" y="2336873"/>
            <a:ext cx="4700058" cy="359931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30570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1" name="Picture 10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3" name="Rectangle 12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753229"/>
            <a:ext cx="9613863" cy="10809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06350" y="2336873"/>
            <a:ext cx="4472327" cy="693135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0322" y="3030008"/>
            <a:ext cx="4698355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820154" y="2336873"/>
            <a:ext cx="4474028" cy="69207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94123" y="3030008"/>
            <a:ext cx="4700059" cy="2906179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99640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7" name="Picture 6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21827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HD-ShadowShor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67072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1" y="753227"/>
            <a:ext cx="9613859" cy="108094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85846" y="2336873"/>
            <a:ext cx="5608336" cy="3599313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2336872"/>
            <a:ext cx="3790078" cy="3599317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12049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3" y="753228"/>
            <a:ext cx="9613857" cy="1080938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868333" y="2336874"/>
            <a:ext cx="5425849" cy="3599312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3" y="2336873"/>
            <a:ext cx="3876256" cy="3599315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47586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4711616"/>
            <a:ext cx="9613859" cy="453051"/>
          </a:xfrm>
        </p:spPr>
        <p:txBody>
          <a:bodyPr anchor="b">
            <a:normAutofit/>
          </a:bodyPr>
          <a:lstStyle>
            <a:lvl1pPr>
              <a:defRPr sz="24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80322" y="609597"/>
            <a:ext cx="9613859" cy="3589575"/>
          </a:xfrm>
          <a:noFill/>
          <a:ln>
            <a:noFill/>
          </a:ln>
          <a:effectLst>
            <a:outerShdw blurRad="76200" dist="63500" dir="5040000" algn="tl" rotWithShape="0">
              <a:srgbClr val="000000">
                <a:alpha val="41000"/>
              </a:srgb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19" y="5169583"/>
            <a:ext cx="9613862" cy="622971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309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15934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9" name="Picture 8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22" y="609597"/>
            <a:ext cx="9613858" cy="3592750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1161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5938125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3" name="Picture 12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7856" y="609598"/>
            <a:ext cx="8718877" cy="3036061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402288" y="3653379"/>
            <a:ext cx="815657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2" y="4711615"/>
            <a:ext cx="9613859" cy="1090789"/>
          </a:xfrm>
        </p:spPr>
        <p:txBody>
          <a:bodyPr anchor="ctr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6" name="TextBox 15"/>
          <p:cNvSpPr txBox="1"/>
          <p:nvPr/>
        </p:nvSpPr>
        <p:spPr>
          <a:xfrm>
            <a:off x="583572" y="74811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62809" y="303352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7807662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928628"/>
            <a:ext cx="10437812" cy="321164"/>
          </a:xfrm>
          <a:prstGeom prst="rect">
            <a:avLst/>
          </a:prstGeom>
        </p:spPr>
      </p:pic>
      <p:pic>
        <p:nvPicPr>
          <p:cNvPr id="10" name="Picture 9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5929622"/>
            <a:ext cx="1602997" cy="144270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 bwMode="ltGray">
          <a:xfrm>
            <a:off x="0" y="4567988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/>
          <p:nvPr/>
        </p:nvSpPr>
        <p:spPr>
          <a:xfrm>
            <a:off x="10585827" y="4567988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0319" y="4711615"/>
            <a:ext cx="9613862" cy="5885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0320" y="5300149"/>
            <a:ext cx="9613862" cy="502255"/>
          </a:xfrm>
        </p:spPr>
        <p:txBody>
          <a:bodyPr anchor="t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729455" y="4709925"/>
            <a:ext cx="1154151" cy="1090789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96210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4" name="Picture 13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6" name="Rectangle 15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7" name="Rectangle 16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69222" y="753228"/>
            <a:ext cx="96249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60946" y="2336873"/>
            <a:ext cx="307003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0322" y="3022673"/>
            <a:ext cx="3049702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56025" y="233687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945470" y="3022673"/>
            <a:ext cx="3063240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24156" y="2336873"/>
            <a:ext cx="30700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224156" y="3022673"/>
            <a:ext cx="3070025" cy="291351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89675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16" name="Picture 15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17" name="Rectangle 16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8" name="Rectangle 17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0322" y="753228"/>
            <a:ext cx="9613860" cy="1080938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0318" y="4297503"/>
            <a:ext cx="30497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0318" y="2336873"/>
            <a:ext cx="30497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0318" y="4873765"/>
            <a:ext cx="3049705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945471" y="4297503"/>
            <a:ext cx="306324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945470" y="2336873"/>
            <a:ext cx="3063240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944117" y="4873764"/>
            <a:ext cx="3067297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230678" y="4297503"/>
            <a:ext cx="306350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230677" y="2336873"/>
            <a:ext cx="3063505" cy="1524000"/>
          </a:xfrm>
          <a:prstGeom prst="roundRect">
            <a:avLst>
              <a:gd name="adj" fmla="val 0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230553" y="4873762"/>
            <a:ext cx="3067563" cy="106242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02417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D-ShadowLong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0240"/>
            <a:ext cx="10437812" cy="321164"/>
          </a:xfrm>
          <a:prstGeom prst="rect">
            <a:avLst/>
          </a:prstGeom>
        </p:spPr>
      </p:pic>
      <p:pic>
        <p:nvPicPr>
          <p:cNvPr id="8" name="Picture 7" descr="HD-ShadowShort.p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5826" y="1971234"/>
            <a:ext cx="1602997" cy="14427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 bwMode="ltGray">
          <a:xfrm>
            <a:off x="0" y="609600"/>
            <a:ext cx="10437812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0585827" y="609600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r"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931579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 rot="5400000">
            <a:off x="8116207" y="1869395"/>
            <a:ext cx="5106988" cy="1368198"/>
          </a:xfrm>
          <a:prstGeom prst="rect">
            <a:avLst/>
          </a:prstGeom>
          <a:solidFill>
            <a:schemeClr val="bg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 rot="5400000">
            <a:off x="9868202" y="5372403"/>
            <a:ext cx="1602997" cy="13681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129231" y="609597"/>
            <a:ext cx="1073802" cy="435376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0322" y="609597"/>
            <a:ext cx="8870004" cy="5326589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07126" y="5936187"/>
            <a:ext cx="2743200" cy="365125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80321" y="5936188"/>
            <a:ext cx="6126805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097550" y="5398633"/>
            <a:ext cx="1154151" cy="1090789"/>
          </a:xfrm>
        </p:spPr>
        <p:txBody>
          <a:bodyPr anchor="t"/>
          <a:lstStyle>
            <a:lvl1pPr algn="ctr">
              <a:defRPr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17260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hashOverlay-FullResolve.png"/>
          <p:cNvPicPr>
            <a:picLocks noChangeAspect="1"/>
          </p:cNvPicPr>
          <p:nvPr/>
        </p:nvPicPr>
        <p:blipFill>
          <a:blip r:embed="rId19">
            <a:alphaModFix amt="1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0321" y="753228"/>
            <a:ext cx="9613861" cy="108093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0321" y="2336873"/>
            <a:ext cx="9613861" cy="359931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0981" y="5936187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0321" y="5936188"/>
            <a:ext cx="68706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29455" y="753227"/>
            <a:ext cx="1154151" cy="109078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19957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Quarterly Planning Review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Synthetic corpus deck 01 — title and bullet slides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Five levels of bullets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Level one: the main point of the slide</a:t>
            </a:r>
          </a:p>
          <a:p>
            <a:pPr lvl="1"/>
            <a:r>
              <a:t>Level two: a supporting detail</a:t>
            </a:r>
          </a:p>
          <a:p>
            <a:pPr lvl="2"/>
            <a:r>
              <a:t>Level three: a finer detail</a:t>
            </a:r>
          </a:p>
          <a:p>
            <a:pPr lvl="3"/>
            <a:r>
              <a:t>Level four: rarely used</a:t>
            </a:r>
          </a:p>
          <a:p>
            <a:pPr lvl="4"/>
            <a:r>
              <a:t>Level five: the deepest level</a:t>
            </a:r>
          </a:p>
          <a:p>
            <a:r>
              <a:t>Mixed runs: </a:t>
            </a:r>
            <a:r>
              <a:rPr b="1"/>
              <a:t>bold</a:t>
            </a:r>
            <a:r>
              <a:t>, </a:t>
            </a:r>
            <a:r>
              <a:rPr i="1"/>
              <a:t>italic</a:t>
            </a:r>
            <a:r>
              <a:t>, </a:t>
            </a:r>
            <a:r>
              <a:rPr u="sng"/>
              <a:t>underlined</a:t>
            </a:r>
            <a:r>
              <a:t> and </a:t>
            </a:r>
            <a:r>
              <a:rPr>
                <a:solidFill>
                  <a:srgbClr val="D13B5C"/>
                </a:solidFill>
              </a:rPr>
              <a:t>coloured</a:t>
            </a:r>
          </a:p>
          <a:p>
            <a:pPr lvl="1"/>
            <a:r>
              <a:t>Back to level two after a level-one item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Numbered steps and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AutoNum type="arabicPeriod"/>
            </a:pPr>
            <a:r>
              <a:t>Collect the feedback</a:t>
            </a:r>
          </a:p>
          <a:p>
            <a:pPr>
              <a:buAutoNum type="arabicPeriod"/>
            </a:pPr>
            <a:r>
              <a:t>Group it by theme</a:t>
            </a:r>
          </a:p>
          <a:p>
            <a:pPr lvl="1">
              <a:buAutoNum type="alphaLcParenR"/>
            </a:pPr>
            <a:r>
              <a:t>Sub-step a</a:t>
            </a:r>
          </a:p>
          <a:p>
            <a:pPr lvl="1">
              <a:buAutoNum type="alphaLcParenR"/>
            </a:pPr>
            <a:r>
              <a:t>Sub-step b</a:t>
            </a:r>
          </a:p>
          <a:p>
            <a:pPr>
              <a:buAutoNum type="arabicPeriod"/>
            </a:pPr>
            <a:r>
              <a:t>Decide what to build</a:t>
            </a:r>
          </a:p>
          <a:p>
            <a:pPr algn="ctr"/>
            <a:r>
              <a:t>Centred paragraph</a:t>
            </a:r>
          </a:p>
          <a:p>
            <a:pPr algn="r"/>
            <a:r>
              <a:t>Right-aligned paragraph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 much text: PowerPoint shrinks it to fit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t>Line 1: a long sentence that keeps going to fill the body placeholder with words</a:t>
            </a:r>
          </a:p>
          <a:p>
            <a:pPr lvl="1"/>
            <a:r>
              <a:t>Line 2: a long sentence that keeps going to fill the body placeholder with words</a:t>
            </a:r>
          </a:p>
          <a:p>
            <a:pPr lvl="2"/>
            <a:r>
              <a:t>Line 3: a long sentence that keeps going to fill the body placeholder with words</a:t>
            </a:r>
          </a:p>
          <a:p>
            <a:r>
              <a:t>Line 4: a long sentence that keeps going to fill the body placeholder with words</a:t>
            </a:r>
          </a:p>
          <a:p>
            <a:pPr lvl="1"/>
            <a:r>
              <a:t>Line 5: a long sentence that keeps going to fill the body placeholder with words</a:t>
            </a:r>
          </a:p>
          <a:p>
            <a:pPr lvl="2"/>
            <a:r>
              <a:t>Line 6: a long sentence that keeps going to fill the body placeholder with words</a:t>
            </a:r>
          </a:p>
          <a:p>
            <a:r>
              <a:t>Line 7: a long sentence that keeps going to fill the body placeholder with words</a:t>
            </a:r>
          </a:p>
          <a:p>
            <a:pPr lvl="1"/>
            <a:r>
              <a:t>Line 8: a long sentence that keeps going to fill the body placeholder with words</a:t>
            </a:r>
          </a:p>
          <a:p>
            <a:pPr lvl="2"/>
            <a:r>
              <a:t>Line 9: a long sentence that keeps going to fill the body placeholder with words</a:t>
            </a:r>
          </a:p>
          <a:p>
            <a:r>
              <a:t>Line 10: a long sentence that keeps going to fill the body placeholder with words</a:t>
            </a:r>
          </a:p>
          <a:p>
            <a:pPr lvl="1"/>
            <a:r>
              <a:t>Line 11: a long sentence that keeps going to fill the body placeholder with words</a:t>
            </a:r>
          </a:p>
          <a:p>
            <a:pPr lvl="2"/>
            <a:r>
              <a:t>Line 12: a long sentence that keeps going to fill the body placeholder with words</a:t>
            </a:r>
          </a:p>
          <a:p>
            <a:r>
              <a:t>Line 13: a long sentence that keeps going to fill the body placeholder with words</a:t>
            </a:r>
          </a:p>
          <a:p>
            <a:pPr lvl="1"/>
            <a:r>
              <a:t>Line 14: a long sentence that keeps going to fill the body placeholder with words</a:t>
            </a:r>
          </a:p>
          <a:p>
            <a:pPr lvl="2"/>
            <a:r>
              <a:t>Line 15: a long sentence that keeps going to fill the body placeholder with words</a:t>
            </a:r>
          </a:p>
          <a:p>
            <a:r>
              <a:t>Line 16: a long sentence that keeps going to fill the body placeholder with words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Two columns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t>Left column</a:t>
            </a:r>
          </a:p>
          <a:p>
            <a:pPr lvl="1"/>
            <a:r>
              <a:t>Point A</a:t>
            </a:r>
          </a:p>
          <a:p>
            <a:pPr lvl="1"/>
            <a:r>
              <a:t>Point 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t>Right column</a:t>
            </a:r>
          </a:p>
          <a:p>
            <a:pPr lvl="1"/>
            <a:r>
              <a:t>Point C</a:t>
            </a:r>
          </a:p>
          <a:p>
            <a:pPr lvl="1"/>
            <a:r>
              <a:t>Point 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erlin">
  <a:themeElements>
    <a:clrScheme name="Berlin">
      <a:dk1>
        <a:sysClr val="windowText" lastClr="000000"/>
      </a:dk1>
      <a:lt1>
        <a:sysClr val="window" lastClr="FFFFFF"/>
      </a:lt1>
      <a:dk2>
        <a:srgbClr val="9D360E"/>
      </a:dk2>
      <a:lt2>
        <a:srgbClr val="E7E6E6"/>
      </a:lt2>
      <a:accent1>
        <a:srgbClr val="F09415"/>
      </a:accent1>
      <a:accent2>
        <a:srgbClr val="C1B56B"/>
      </a:accent2>
      <a:accent3>
        <a:srgbClr val="4BAF73"/>
      </a:accent3>
      <a:accent4>
        <a:srgbClr val="5AA6C0"/>
      </a:accent4>
      <a:accent5>
        <a:srgbClr val="D17DF9"/>
      </a:accent5>
      <a:accent6>
        <a:srgbClr val="FA7E5C"/>
      </a:accent6>
      <a:hlink>
        <a:srgbClr val="FFAE3E"/>
      </a:hlink>
      <a:folHlink>
        <a:srgbClr val="FCC77E"/>
      </a:folHlink>
    </a:clrScheme>
    <a:fontScheme name="Berlin">
      <a:maj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erli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0000"/>
                <a:lumMod val="11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6000"/>
                <a:shade val="100000"/>
                <a:hueMod val="270000"/>
                <a:satMod val="200000"/>
                <a:lumMod val="128000"/>
              </a:schemeClr>
            </a:gs>
            <a:gs pos="50000">
              <a:schemeClr val="phClr">
                <a:shade val="100000"/>
                <a:hueMod val="100000"/>
                <a:satMod val="110000"/>
                <a:lumMod val="130000"/>
              </a:schemeClr>
            </a:gs>
            <a:gs pos="100000">
              <a:schemeClr val="phClr">
                <a:shade val="78000"/>
                <a:hueMod val="44000"/>
                <a:satMod val="200000"/>
                <a:lumMod val="69000"/>
              </a:schemeClr>
            </a:gs>
          </a:gsLst>
          <a:lin ang="252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Berlin" id="{7B5DBA9E-B069-418E-9360-A61BDD0615A4}" vid="{C0CBE056-4EF4-4D92-969E-947779DA7AA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Berlin</Template>
  <TotalTime>1</TotalTime>
  <Words>368</Words>
  <Application>Microsoft Macintosh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Trebuchet MS</vt:lpstr>
      <vt:lpstr>Berlin</vt:lpstr>
      <vt:lpstr>Quarterly Planning Review</vt:lpstr>
      <vt:lpstr>Five levels of bullets</vt:lpstr>
      <vt:lpstr>Numbered steps and alignment</vt:lpstr>
      <vt:lpstr>Too much text: PowerPoint shrinks it to fit</vt:lpstr>
      <vt:lpstr>Two columns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and bullets</dc:title>
  <dc:subject/>
  <dc:creator>Ritemark corpus</dc:creator>
  <cp:keywords/>
  <dc:description>generated using python-pptx</dc:description>
  <cp:lastModifiedBy>Ritemark corpus</cp:lastModifiedBy>
  <cp:revision>2</cp:revision>
  <dcterms:created xsi:type="dcterms:W3CDTF">2026-01-01T00:00:00Z</dcterms:created>
  <dcterms:modified xsi:type="dcterms:W3CDTF">2026-09-25T14:13:07Z</dcterms:modified>
  <cp:category/>
</cp:coreProperties>
</file>