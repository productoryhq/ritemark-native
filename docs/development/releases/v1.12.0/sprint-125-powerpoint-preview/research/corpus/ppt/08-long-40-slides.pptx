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7</c:v>
                </c:pt>
                <c:pt idx="2">
                  <c:v>3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43-FB43-8297-0206F1674A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7</c:v>
                </c:pt>
                <c:pt idx="2">
                  <c:v>3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B8-BE4B-96C4-69113BA676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7</c:v>
                </c:pt>
                <c:pt idx="2">
                  <c:v>3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D1-8746-93B8-163385F9F5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7</c:v>
                </c:pt>
                <c:pt idx="2">
                  <c:v>3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53-FD46-BF23-009E361107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7</c:v>
                </c:pt>
                <c:pt idx="2">
                  <c:v>3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82-5247-A648-C2EF341228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7</c:v>
                </c:pt>
                <c:pt idx="2">
                  <c:v>3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EB-F745-A7BC-4CAC0AE9DC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7</c:v>
                </c:pt>
                <c:pt idx="2">
                  <c:v>3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CD-724E-BBBE-E2D4C8A5AA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forty-slide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 render 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1 on slide 2</a:t>
            </a:r>
          </a:p>
          <a:p>
            <a:pPr lvl="1"/>
            <a:r>
              <a:t>Point 2 on slide 2</a:t>
            </a:r>
          </a:p>
          <a:p>
            <a:pPr lvl="2"/>
            <a:r>
              <a:t>Point 3 on slide 2</a:t>
            </a:r>
          </a:p>
          <a:p>
            <a:r>
              <a:t>Point 4 on slide 2</a:t>
            </a:r>
          </a:p>
          <a:p>
            <a:pPr lvl="1"/>
            <a:r>
              <a:t>Point 5 on slide 2</a:t>
            </a:r>
          </a:p>
          <a:p>
            <a:pPr lvl="2"/>
            <a:r>
              <a:t>Point 6 on slide 2</a:t>
            </a:r>
          </a:p>
          <a:p>
            <a:r>
              <a:t>Point 7 on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R5C1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R6C1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554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554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840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840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Picture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0584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1 on slide 7</a:t>
            </a:r>
          </a:p>
          <a:p>
            <a:pPr lvl="1"/>
            <a:r>
              <a:t>Point 2 on slide 7</a:t>
            </a:r>
          </a:p>
          <a:p>
            <a:pPr lvl="2"/>
            <a:r>
              <a:t>Point 3 on slide 7</a:t>
            </a:r>
          </a:p>
          <a:p>
            <a:r>
              <a:t>Point 4 on slide 7</a:t>
            </a:r>
          </a:p>
          <a:p>
            <a:pPr lvl="1"/>
            <a:r>
              <a:t>Point 5 on slide 7</a:t>
            </a:r>
          </a:p>
          <a:p>
            <a:pPr lvl="2"/>
            <a:r>
              <a:t>Point 6 on slide 7</a:t>
            </a:r>
          </a:p>
          <a:p>
            <a:r>
              <a:t>Point 7 on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R5C1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R6C1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554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554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840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840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Picture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0584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1 on slide 12</a:t>
            </a:r>
          </a:p>
          <a:p>
            <a:pPr lvl="1"/>
            <a:r>
              <a:t>Point 2 on slide 12</a:t>
            </a:r>
          </a:p>
          <a:p>
            <a:pPr lvl="2"/>
            <a:r>
              <a:t>Point 3 on slide 12</a:t>
            </a:r>
          </a:p>
          <a:p>
            <a:r>
              <a:t>Point 4 on slide 12</a:t>
            </a:r>
          </a:p>
          <a:p>
            <a:pPr lvl="1"/>
            <a:r>
              <a:t>Point 5 on slide 12</a:t>
            </a:r>
          </a:p>
          <a:p>
            <a:pPr lvl="2"/>
            <a:r>
              <a:t>Point 6 on slide 12</a:t>
            </a:r>
          </a:p>
          <a:p>
            <a:r>
              <a:t>Point 7 on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R5C1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R6C1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554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554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840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840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Picture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0584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1 on slide 17</a:t>
            </a:r>
          </a:p>
          <a:p>
            <a:pPr lvl="1"/>
            <a:r>
              <a:t>Point 2 on slide 17</a:t>
            </a:r>
          </a:p>
          <a:p>
            <a:pPr lvl="2"/>
            <a:r>
              <a:t>Point 3 on slide 17</a:t>
            </a:r>
          </a:p>
          <a:p>
            <a:r>
              <a:t>Point 4 on slide 17</a:t>
            </a:r>
          </a:p>
          <a:p>
            <a:pPr lvl="1"/>
            <a:r>
              <a:t>Point 5 on slide 17</a:t>
            </a:r>
          </a:p>
          <a:p>
            <a:pPr lvl="2"/>
            <a:r>
              <a:t>Point 6 on slide 17</a:t>
            </a:r>
          </a:p>
          <a:p>
            <a:r>
              <a:t>Point 7 on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R5C1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R6C1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554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554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840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840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Picture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0584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22.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1 on slide 22</a:t>
            </a:r>
          </a:p>
          <a:p>
            <a:pPr lvl="1"/>
            <a:r>
              <a:t>Point 2 on slide 22</a:t>
            </a:r>
          </a:p>
          <a:p>
            <a:pPr lvl="2"/>
            <a:r>
              <a:t>Point 3 on slide 22</a:t>
            </a:r>
          </a:p>
          <a:p>
            <a:r>
              <a:t>Point 4 on slide 22</a:t>
            </a:r>
          </a:p>
          <a:p>
            <a:pPr lvl="1"/>
            <a:r>
              <a:t>Point 5 on slide 22</a:t>
            </a:r>
          </a:p>
          <a:p>
            <a:pPr lvl="2"/>
            <a:r>
              <a:t>Point 6 on slide 22</a:t>
            </a:r>
          </a:p>
          <a:p>
            <a:r>
              <a:t>Point 7 on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23.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R5C1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R6C1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24. 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554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554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840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840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25. Picture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26.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0584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27.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1 on slide 27</a:t>
            </a:r>
          </a:p>
          <a:p>
            <a:pPr lvl="1"/>
            <a:r>
              <a:t>Point 2 on slide 27</a:t>
            </a:r>
          </a:p>
          <a:p>
            <a:pPr lvl="2"/>
            <a:r>
              <a:t>Point 3 on slide 27</a:t>
            </a:r>
          </a:p>
          <a:p>
            <a:r>
              <a:t>Point 4 on slide 27</a:t>
            </a:r>
          </a:p>
          <a:p>
            <a:pPr lvl="1"/>
            <a:r>
              <a:t>Point 5 on slide 27</a:t>
            </a:r>
          </a:p>
          <a:p>
            <a:pPr lvl="2"/>
            <a:r>
              <a:t>Point 6 on slide 27</a:t>
            </a:r>
          </a:p>
          <a:p>
            <a:r>
              <a:t>Point 7 on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28.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R5C1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R6C1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29. 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554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554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840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840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30. Picture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31.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0584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32.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1 on slide 32</a:t>
            </a:r>
          </a:p>
          <a:p>
            <a:pPr lvl="1"/>
            <a:r>
              <a:t>Point 2 on slide 32</a:t>
            </a:r>
          </a:p>
          <a:p>
            <a:pPr lvl="2"/>
            <a:r>
              <a:t>Point 3 on slide 32</a:t>
            </a:r>
          </a:p>
          <a:p>
            <a:r>
              <a:t>Point 4 on slide 32</a:t>
            </a:r>
          </a:p>
          <a:p>
            <a:pPr lvl="1"/>
            <a:r>
              <a:t>Point 5 on slide 32</a:t>
            </a:r>
          </a:p>
          <a:p>
            <a:pPr lvl="2"/>
            <a:r>
              <a:t>Point 6 on slide 32</a:t>
            </a:r>
          </a:p>
          <a:p>
            <a:r>
              <a:t>Point 7 on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33.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R5C1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R6C1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34. 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554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554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840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840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35. Picture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47434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36.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100584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37.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1 on slide 37</a:t>
            </a:r>
          </a:p>
          <a:p>
            <a:pPr lvl="1"/>
            <a:r>
              <a:t>Point 2 on slide 37</a:t>
            </a:r>
          </a:p>
          <a:p>
            <a:pPr lvl="2"/>
            <a:r>
              <a:t>Point 3 on slide 37</a:t>
            </a:r>
          </a:p>
          <a:p>
            <a:r>
              <a:t>Point 4 on slide 37</a:t>
            </a:r>
          </a:p>
          <a:p>
            <a:pPr lvl="1"/>
            <a:r>
              <a:t>Point 5 on slide 37</a:t>
            </a:r>
          </a:p>
          <a:p>
            <a:pPr lvl="2"/>
            <a:r>
              <a:t>Point 6 on slide 37</a:t>
            </a:r>
          </a:p>
          <a:p>
            <a:r>
              <a:t>Point 7 on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38.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R5C1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R6C1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R6C4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39. Shapes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554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554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2560320" cy="1920240"/>
          </a:xfrm>
          <a:prstGeom prst="roundRect">
            <a:avLst/>
          </a:prstGeom>
          <a:solidFill>
            <a:srgbClr val="3B3FB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840480"/>
            <a:ext cx="2560320" cy="1920240"/>
          </a:xfrm>
          <a:prstGeom prst="roundRect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2560320" cy="1920240"/>
          </a:xfrm>
          <a:prstGeom prst="round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840480"/>
            <a:ext cx="2560320" cy="1920240"/>
          </a:xfrm>
          <a:prstGeom prst="roundRect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Box 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40. Picture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4743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737</Words>
  <Application>Microsoft Macintosh PowerPoint</Application>
  <PresentationFormat>Widescreen</PresentationFormat>
  <Paragraphs>360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A forty-slide deck</vt:lpstr>
      <vt:lpstr>2. Bullets</vt:lpstr>
      <vt:lpstr>3. Table</vt:lpstr>
      <vt:lpstr>4. Shapes</vt:lpstr>
      <vt:lpstr>5. Picture</vt:lpstr>
      <vt:lpstr>6. Chart</vt:lpstr>
      <vt:lpstr>7. Bullets</vt:lpstr>
      <vt:lpstr>8. Table</vt:lpstr>
      <vt:lpstr>9. Shapes</vt:lpstr>
      <vt:lpstr>10. Picture</vt:lpstr>
      <vt:lpstr>11. Chart</vt:lpstr>
      <vt:lpstr>12. Bullets</vt:lpstr>
      <vt:lpstr>13. Table</vt:lpstr>
      <vt:lpstr>14. Shapes</vt:lpstr>
      <vt:lpstr>15. Picture</vt:lpstr>
      <vt:lpstr>16. Chart</vt:lpstr>
      <vt:lpstr>17. Bullets</vt:lpstr>
      <vt:lpstr>18. Table</vt:lpstr>
      <vt:lpstr>19. Shapes</vt:lpstr>
      <vt:lpstr>20. Picture</vt:lpstr>
      <vt:lpstr>21. Chart</vt:lpstr>
      <vt:lpstr>22. Bullets</vt:lpstr>
      <vt:lpstr>23. Table</vt:lpstr>
      <vt:lpstr>24. Shapes</vt:lpstr>
      <vt:lpstr>25. Picture</vt:lpstr>
      <vt:lpstr>26. Chart</vt:lpstr>
      <vt:lpstr>27. Bullets</vt:lpstr>
      <vt:lpstr>28. Table</vt:lpstr>
      <vt:lpstr>29. Shapes</vt:lpstr>
      <vt:lpstr>30. Picture</vt:lpstr>
      <vt:lpstr>31. Chart</vt:lpstr>
      <vt:lpstr>32. Bullets</vt:lpstr>
      <vt:lpstr>33. Table</vt:lpstr>
      <vt:lpstr>34. Shapes</vt:lpstr>
      <vt:lpstr>35. Picture</vt:lpstr>
      <vt:lpstr>36. Chart</vt:lpstr>
      <vt:lpstr>37. Bullets</vt:lpstr>
      <vt:lpstr>38. Table</vt:lpstr>
      <vt:lpstr>39. Shapes</vt:lpstr>
      <vt:lpstr>40. Picture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Forty slides</dc:title>
  <dc:subject/>
  <dc:creator>Ritemark corpus</dc:creator>
  <cp:keywords/>
  <dc:description>generated using python-pptx</dc:description>
  <cp:lastModifiedBy>Ritemark corpus</cp:lastModifiedBy>
  <cp:revision>1</cp:revision>
  <dcterms:created xsi:type="dcterms:W3CDTF">2026-01-01T00:00:00Z</dcterms:created>
  <dcterms:modified xsi:type="dcterms:W3CDTF">2026-09-24T17:27:54Z</dcterms:modified>
  <cp:category/>
</cp:coreProperties>
</file>