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65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1: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2: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3: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Macintosh PowerPoint</Application>
  <PresentationFormat>Widescreen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 has speaker notes</vt:lpstr>
      <vt:lpstr>Slide 2 has speaker notes</vt:lpstr>
      <vt:lpstr>Slide 3 has speaker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notes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2026-09-24T17:27:49Z</dcterms:modified>
  <cp:category/>
</cp:coreProperties>
</file>