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8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Theme fonts: Aptos Display title, Aptos body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B66"/>
                </a:solidFill>
              </a:rPr>
              <a:t>theme minor (+mn-lt → Aptos)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13716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The quick brown fox jumps over the lazy dog 0123456789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4708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B66"/>
                </a:solidFill>
              </a:rPr>
              <a:t>theme major (+mj-lt → Aptos Display)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84708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latin typeface="+mj-lt"/>
              </a:rPr>
              <a:t>The quick brown fox jumps over the lazy dog 0123456789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2257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B66"/>
                </a:solidFill>
              </a:rPr>
              <a:t>Calibri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322576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latin typeface="Calibri"/>
              </a:rPr>
              <a:t>The quick brown fox jumps over the lazy dog 0123456789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9806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B66"/>
                </a:solidFill>
              </a:rPr>
              <a:t>Calibri Light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79806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latin typeface="Calibri Light"/>
              </a:rPr>
              <a:t>The quick brown fox jumps over the lazy dog 0123456789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7355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B66"/>
                </a:solidFill>
              </a:rPr>
              <a:t>Aptos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27355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latin typeface="Aptos"/>
              </a:rPr>
              <a:t>The quick brown fox jumps over the lazy dog 0123456789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490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B66"/>
                </a:solidFill>
              </a:rPr>
              <a:t>Arial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7490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latin typeface="Arial"/>
              </a:rPr>
              <a:t>The quick brown fox jumps over the lazy dog 0123456789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245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B66"/>
                </a:solidFill>
              </a:rPr>
              <a:t>Helvetica Neue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422452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latin typeface="Helvetica Neue"/>
              </a:rPr>
              <a:t>The quick brown fox jumps over the lazy dog 0123456789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0001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B66"/>
                </a:solidFill>
              </a:rPr>
              <a:t>Times New Roman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700016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latin typeface="Times New Roman"/>
              </a:rPr>
              <a:t>The quick brown fox jumps over the lazy dog 0123456789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7550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B66"/>
                </a:solidFill>
              </a:rPr>
              <a:t>Georgia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517550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latin typeface="Georgia"/>
              </a:rPr>
              <a:t>The quick brown fox jumps over the lazy dog 0123456789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6509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B66"/>
                </a:solidFill>
              </a:rPr>
              <a:t>Courier New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565099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latin typeface="Courier New"/>
              </a:rPr>
              <a:t>The quick brown fox jumps over the lazy dog 0123456789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26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B66"/>
                </a:solidFill>
              </a:rPr>
              <a:t>Ritemark Nowhere Sans (installed nowhere)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61264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latin typeface="Ritemark Nowhere Sans"/>
              </a:rPr>
              <a:t>The quick brown fox jumps over the lazy dog 0123456789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Wrapping: the same paragraph in four fonts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B66"/>
                </a:solidFill>
              </a:rPr>
              <a:t>theme (Aptos)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486400" cy="1828800"/>
          </a:xfrm>
          <a:prstGeom prst="rect">
            <a:avLst/>
          </a:prstGeom>
          <a:noFill/>
          <a:ln>
            <a:solidFill>
              <a:srgbClr val="CCCCCC"/>
            </a:solidFill>
          </a:ln>
        </p:spPr>
        <p:txBody>
          <a:bodyPr wrap="square">
            <a:spAutoFit/>
          </a:bodyPr>
          <a:lstStyle/>
          <a:p>
            <a:r>
              <a:rPr sz="1800" b="0"/>
              <a:t>Ritemark opens presentations read-only so you can check a deck without leaving your notes. Line breaks depend on the font metrics, so a missing font moves every line that follows.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B66"/>
                </a:solidFill>
              </a:rPr>
              <a:t>Calibri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486400" cy="1828800"/>
          </a:xfrm>
          <a:prstGeom prst="rect">
            <a:avLst/>
          </a:prstGeom>
          <a:noFill/>
          <a:ln>
            <a:solidFill>
              <a:srgbClr val="CCCCCC"/>
            </a:solidFill>
          </a:ln>
        </p:spPr>
        <p:txBody>
          <a:bodyPr wrap="square">
            <a:spAutoFit/>
          </a:bodyPr>
          <a:lstStyle/>
          <a:p>
            <a:r>
              <a:rPr sz="1800" b="0">
                <a:latin typeface="Calibri"/>
              </a:rPr>
              <a:t>Ritemark opens presentations read-only so you can check a deck without leaving your notes. Line breaks depend on the font metrics, so a missing font moves every line that follows.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B66"/>
                </a:solidFill>
              </a:rPr>
              <a:t>Arial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5486400" cy="1828800"/>
          </a:xfrm>
          <a:prstGeom prst="rect">
            <a:avLst/>
          </a:prstGeom>
          <a:noFill/>
          <a:ln>
            <a:solidFill>
              <a:srgbClr val="CCCCCC"/>
            </a:solidFill>
          </a:ln>
        </p:spPr>
        <p:txBody>
          <a:bodyPr wrap="square">
            <a:spAutoFit/>
          </a:bodyPr>
          <a:lstStyle/>
          <a:p>
            <a:r>
              <a:rPr sz="1800" b="0">
                <a:latin typeface="Arial"/>
              </a:rPr>
              <a:t>Ritemark opens presentations read-only so you can check a deck without leaving your notes. Line breaks depend on the font metrics, so a missing font moves every line that follows.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B66"/>
                </a:solidFill>
              </a:rPr>
              <a:t>Ritemark Nowhere Sans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297680"/>
            <a:ext cx="5486400" cy="1828800"/>
          </a:xfrm>
          <a:prstGeom prst="rect">
            <a:avLst/>
          </a:prstGeom>
          <a:noFill/>
          <a:ln>
            <a:solidFill>
              <a:srgbClr val="CCCCCC"/>
            </a:solidFill>
          </a:ln>
        </p:spPr>
        <p:txBody>
          <a:bodyPr wrap="square">
            <a:spAutoFit/>
          </a:bodyPr>
          <a:lstStyle/>
          <a:p>
            <a:r>
              <a:rPr sz="1800" b="0">
                <a:latin typeface="Ritemark Nowhere Sans"/>
              </a:rPr>
              <a:t>Ritemark opens presentations read-only so you can check a deck without leaving your notes. Line breaks depend on the font metrics, so a missing font moves every line that follows.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303</Words>
  <Application>Microsoft Macintosh PowerPoint</Application>
  <PresentationFormat>Widescreen</PresentationFormat>
  <Paragraphs>32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Calibri Light</vt:lpstr>
      <vt:lpstr>Courier New</vt:lpstr>
      <vt:lpstr>Georgia</vt:lpstr>
      <vt:lpstr>Helvetica Neue</vt:lpstr>
      <vt:lpstr>Ritemark Nowhere Sans</vt:lpstr>
      <vt:lpstr>Times New Roman</vt:lpstr>
      <vt:lpstr>Office Theme</vt:lpstr>
      <vt:lpstr>Theme fonts: Aptos Display title, Aptos body</vt:lpstr>
      <vt:lpstr>Wrapping: the same paragraph in four fonts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Fonts</dc:title>
  <dc:subject/>
  <dc:creator>Ritemark corpus</dc:creator>
  <cp:keywords/>
  <dc:description>generated using python-pptx</dc:description>
  <cp:lastModifiedBy>Ritemark corpus</cp:lastModifiedBy>
  <cp:revision>1</cp:revision>
  <dcterms:created xsi:type="dcterms:W3CDTF">2026-01-01T00:00:00Z</dcterms:created>
  <dcterms:modified xsi:type="dcterms:W3CDTF">2026-09-24T17:27:45Z</dcterms:modified>
  <cp:category/>
</cp:coreProperties>
</file>