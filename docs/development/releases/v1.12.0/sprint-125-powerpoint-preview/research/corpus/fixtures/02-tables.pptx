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Table with merged cells and fills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69848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64008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Q3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Q4</a:t>
                      </a:r>
                    </a:p>
                  </a:txBody>
                  <a:tcPr/>
                </a:tc>
              </a:tr>
              <a:tr h="640080">
                <a:tc rowSpan="2">
                  <a:txBody>
                    <a:bodyPr/>
                    <a:lstStyle/>
                    <a:p>
                      <a:r>
                        <a:t>North + 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170</a:t>
                      </a:r>
                    </a:p>
                  </a:txBody>
                  <a:tcPr/>
                </a:tc>
              </a:tr>
              <a:tr h="64008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118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80</a:t>
                      </a:r>
                    </a:p>
                  </a:txBody>
                  <a:tcPr>
                    <a:solidFill>
                      <a:srgbClr val="E8A317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88</a:t>
                      </a:r>
                    </a:p>
                  </a:txBody>
                  <a:tcPr>
                    <a:solidFill>
                      <a:srgbClr val="0F9D8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149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b="1"/>
                        <a:t>160</a:t>
                      </a:r>
                    </a:p>
                  </a:txBody>
                  <a:tcPr>
                    <a:solidFill>
                      <a:srgbClr val="D13B5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r>
                        <a:t>H1: 862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489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t>536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Plain table, no style flags, custom widths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71600" y="1645920"/>
          <a:ext cx="9144000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4572000"/>
                <a:gridCol w="2743200"/>
              </a:tblGrid>
              <a:tr h="685800">
                <a:tc>
                  <a:txBody>
                    <a:bodyPr/>
                    <a:lstStyle/>
                    <a:p>
                      <a:r>
                        <a:rPr sz="1400"/>
                        <a:t>Row 1, column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Row 1, column 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Row 1, column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/>
                        <a:t>Row 2, column 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Row 2, column 2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Row 2, column 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/>
                        <a:t>Row 3, column 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Row 3, column 2 — a longer cell that wraps onto a second 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Row 3, column 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400"/>
                        <a:t>Row 4, column 1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Row 4, column 2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/>
                        <a:t>Row 4, column 3</a:t>
                      </a:r>
                    </a:p>
                  </a:txBody>
                  <a:tcPr anchor="ctr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Tables</dc:title>
  <dc:subject/>
  <dc:creator>Ritemark corpus</dc:creator>
  <cp:keywords/>
  <dc:description>generated using python-pptx</dc:description>
  <cp:lastModifiedBy>Ritemark corpus</cp:lastModifiedBy>
  <cp:revision>1</cp:revision>
  <dcterms:created xsi:type="dcterms:W3CDTF">2026-01-01T00:00:00Z</dcterms:created>
  <dcterms:modified xsi:type="dcterms:W3CDTF">2026-01-01T00:00:00Z</dcterms:modified>
  <cp:category/>
</cp:coreProperties>
</file>