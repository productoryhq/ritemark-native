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1: remind the audience of the goal, then walk through the two points. Pause for questions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2: remind the audience of the goal, then walk through the two points. Pause for questions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3: remind the audience of the goal, then walk through the two points. Pause for questions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has 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the audience sees</a:t>
            </a:r>
          </a:p>
          <a:p>
            <a:pPr lvl="1"/>
            <a:r>
              <a:t>The notes hold what the speaker says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has 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the audience sees</a:t>
            </a:r>
          </a:p>
          <a:p>
            <a:pPr lvl="1"/>
            <a:r>
              <a:t>The notes hold what the speaker says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has 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the audience sees</a:t>
            </a:r>
          </a:p>
          <a:p>
            <a:pPr lvl="1"/>
            <a:r>
              <a:t>The notes hold what the speaker says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Speaker notes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2026-01-01T00:00:00Z</dcterms:modified>
  <cp:category/>
</cp:coreProperties>
</file>