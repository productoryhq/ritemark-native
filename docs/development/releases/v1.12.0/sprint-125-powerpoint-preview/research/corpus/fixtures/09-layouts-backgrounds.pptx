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Inherited placeholder positions from the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C9E9E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layout on a gradient background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 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Faster to ship; fewer features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B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Slower; 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Dark background, light text, a hyperlink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FFFFFF"/>
                </a:solidFill>
              </a:rPr>
              <a:t>White body text on a dark slide</a:t>
            </a:r>
          </a:p>
          <a:p>
            <a:pPr/>
            <a:r>
              <a:rPr>
                <a:solidFill>
                  <a:srgbClr val="FFFFFF"/>
                </a:solidFill>
                <a:hlinkClick r:id="rId2"/>
              </a:rPr>
              <a:t>See the product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with caption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content area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A caption that explains the content next to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Layouts and backgrounds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2026-01-01T00:00:00Z</dcterms:modified>
  <cp:category/>
</cp:coreProperties>
</file>