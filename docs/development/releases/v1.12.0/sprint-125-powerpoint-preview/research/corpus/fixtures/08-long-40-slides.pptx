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forty-slide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render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 1 on slide 2</a:t>
            </a:r>
          </a:p>
          <a:p>
            <a:pPr lvl="1"/>
            <a:r>
              <a:t>Point 2 on slide 2</a:t>
            </a:r>
          </a:p>
          <a:p>
            <a:pPr lvl="2"/>
            <a:r>
              <a:t>Point 3 on slide 2</a:t>
            </a:r>
          </a:p>
          <a:p>
            <a:pPr/>
            <a:r>
              <a:t>Point 4 on slide 2</a:t>
            </a:r>
          </a:p>
          <a:p>
            <a:pPr lvl="1"/>
            <a:r>
              <a:t>Point 5 on slide 2</a:t>
            </a:r>
          </a:p>
          <a:p>
            <a:pPr lvl="2"/>
            <a:r>
              <a:t>Point 6 on slide 2</a:t>
            </a:r>
          </a:p>
          <a:p>
            <a:pPr/>
            <a:r>
              <a:t>Point 7 on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 1 on slide 7</a:t>
            </a:r>
          </a:p>
          <a:p>
            <a:pPr lvl="1"/>
            <a:r>
              <a:t>Point 2 on slide 7</a:t>
            </a:r>
          </a:p>
          <a:p>
            <a:pPr lvl="2"/>
            <a:r>
              <a:t>Point 3 on slide 7</a:t>
            </a:r>
          </a:p>
          <a:p>
            <a:pPr/>
            <a:r>
              <a:t>Point 4 on slide 7</a:t>
            </a:r>
          </a:p>
          <a:p>
            <a:pPr lvl="1"/>
            <a:r>
              <a:t>Point 5 on slide 7</a:t>
            </a:r>
          </a:p>
          <a:p>
            <a:pPr lvl="2"/>
            <a:r>
              <a:t>Point 6 on slide 7</a:t>
            </a:r>
          </a:p>
          <a:p>
            <a:pPr/>
            <a:r>
              <a:t>Point 7 on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 1 on slide 12</a:t>
            </a:r>
          </a:p>
          <a:p>
            <a:pPr lvl="1"/>
            <a:r>
              <a:t>Point 2 on slide 12</a:t>
            </a:r>
          </a:p>
          <a:p>
            <a:pPr lvl="2"/>
            <a:r>
              <a:t>Point 3 on slide 12</a:t>
            </a:r>
          </a:p>
          <a:p>
            <a:pPr/>
            <a:r>
              <a:t>Point 4 on slide 12</a:t>
            </a:r>
          </a:p>
          <a:p>
            <a:pPr lvl="1"/>
            <a:r>
              <a:t>Point 5 on slide 12</a:t>
            </a:r>
          </a:p>
          <a:p>
            <a:pPr lvl="2"/>
            <a:r>
              <a:t>Point 6 on slide 12</a:t>
            </a:r>
          </a:p>
          <a:p>
            <a:pPr/>
            <a:r>
              <a:t>Point 7 on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 1 on slide 17</a:t>
            </a:r>
          </a:p>
          <a:p>
            <a:pPr lvl="1"/>
            <a:r>
              <a:t>Point 2 on slide 17</a:t>
            </a:r>
          </a:p>
          <a:p>
            <a:pPr lvl="2"/>
            <a:r>
              <a:t>Point 3 on slide 17</a:t>
            </a:r>
          </a:p>
          <a:p>
            <a:pPr/>
            <a:r>
              <a:t>Point 4 on slide 17</a:t>
            </a:r>
          </a:p>
          <a:p>
            <a:pPr lvl="1"/>
            <a:r>
              <a:t>Point 5 on slide 17</a:t>
            </a:r>
          </a:p>
          <a:p>
            <a:pPr lvl="2"/>
            <a:r>
              <a:t>Point 6 on slide 17</a:t>
            </a:r>
          </a:p>
          <a:p>
            <a:pPr/>
            <a:r>
              <a:t>Point 7 on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 1 on slide 22</a:t>
            </a:r>
          </a:p>
          <a:p>
            <a:pPr lvl="1"/>
            <a:r>
              <a:t>Point 2 on slide 22</a:t>
            </a:r>
          </a:p>
          <a:p>
            <a:pPr lvl="2"/>
            <a:r>
              <a:t>Point 3 on slide 22</a:t>
            </a:r>
          </a:p>
          <a:p>
            <a:pPr/>
            <a:r>
              <a:t>Point 4 on slide 22</a:t>
            </a:r>
          </a:p>
          <a:p>
            <a:pPr lvl="1"/>
            <a:r>
              <a:t>Point 5 on slide 22</a:t>
            </a:r>
          </a:p>
          <a:p>
            <a:pPr lvl="2"/>
            <a:r>
              <a:t>Point 6 on slide 22</a:t>
            </a:r>
          </a:p>
          <a:p>
            <a:pPr/>
            <a:r>
              <a:t>Point 7 on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 1 on slide 27</a:t>
            </a:r>
          </a:p>
          <a:p>
            <a:pPr lvl="1"/>
            <a:r>
              <a:t>Point 2 on slide 27</a:t>
            </a:r>
          </a:p>
          <a:p>
            <a:pPr lvl="2"/>
            <a:r>
              <a:t>Point 3 on slide 27</a:t>
            </a:r>
          </a:p>
          <a:p>
            <a:pPr/>
            <a:r>
              <a:t>Point 4 on slide 27</a:t>
            </a:r>
          </a:p>
          <a:p>
            <a:pPr lvl="1"/>
            <a:r>
              <a:t>Point 5 on slide 27</a:t>
            </a:r>
          </a:p>
          <a:p>
            <a:pPr lvl="2"/>
            <a:r>
              <a:t>Point 6 on slide 27</a:t>
            </a:r>
          </a:p>
          <a:p>
            <a:pPr/>
            <a:r>
              <a:t>Point 7 on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28.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31.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32.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 1 on slide 32</a:t>
            </a:r>
          </a:p>
          <a:p>
            <a:pPr lvl="1"/>
            <a:r>
              <a:t>Point 2 on slide 32</a:t>
            </a:r>
          </a:p>
          <a:p>
            <a:pPr lvl="2"/>
            <a:r>
              <a:t>Point 3 on slide 32</a:t>
            </a:r>
          </a:p>
          <a:p>
            <a:pPr/>
            <a:r>
              <a:t>Point 4 on slide 32</a:t>
            </a:r>
          </a:p>
          <a:p>
            <a:pPr lvl="1"/>
            <a:r>
              <a:t>Point 5 on slide 32</a:t>
            </a:r>
          </a:p>
          <a:p>
            <a:pPr lvl="2"/>
            <a:r>
              <a:t>Point 6 on slide 32</a:t>
            </a:r>
          </a:p>
          <a:p>
            <a:pPr/>
            <a:r>
              <a:t>Point 7 on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33.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34.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36.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37.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 1 on slide 37</a:t>
            </a:r>
          </a:p>
          <a:p>
            <a:pPr lvl="1"/>
            <a:r>
              <a:t>Point 2 on slide 37</a:t>
            </a:r>
          </a:p>
          <a:p>
            <a:pPr lvl="2"/>
            <a:r>
              <a:t>Point 3 on slide 37</a:t>
            </a:r>
          </a:p>
          <a:p>
            <a:pPr/>
            <a:r>
              <a:t>Point 4 on slide 37</a:t>
            </a:r>
          </a:p>
          <a:p>
            <a:pPr lvl="1"/>
            <a:r>
              <a:t>Point 5 on slide 37</a:t>
            </a:r>
          </a:p>
          <a:p>
            <a:pPr lvl="2"/>
            <a:r>
              <a:t>Point 6 on slide 37</a:t>
            </a:r>
          </a:p>
          <a:p>
            <a:pPr/>
            <a:r>
              <a:t>Point 7 on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38.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39.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40.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Forty slides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