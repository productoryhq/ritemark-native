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fonts: Aptos Display title, Aptos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theme minor (+mn-lt → Aptos)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The quick brown fox jumps over the lazy dog 0123456789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theme major (+mj-lt → Aptos Display)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8470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+mj-lt"/>
              </a:rPr>
              <a:t>The quick brown fox jumps over the lazy dog 0123456789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225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Calibri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3225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alibri"/>
              </a:rPr>
              <a:t>The quick brown fox jumps over the lazy dog 0123456789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Calibri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7980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alibri Light"/>
              </a:rPr>
              <a:t>The quick brown fox jumps over the lazy dog 0123456789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Aptos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2735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Aptos"/>
              </a:rPr>
              <a:t>The quick brown fox jumps over the lazy dog 0123456789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Arial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749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Arial"/>
              </a:rPr>
              <a:t>The quick brown fox jumps over the lazy dog 0123456789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245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Helvetica Neue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2245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Helvetica Neue"/>
              </a:rPr>
              <a:t>The quick brown fox jumps over the lazy dog 0123456789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0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Times New Roman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7000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Times New Roman"/>
              </a:rPr>
              <a:t>The quick brown fox jumps over the lazy dog 0123456789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55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Georgia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1755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Georgia"/>
              </a:rPr>
              <a:t>The quick brown fox jumps over the lazy dog 0123456789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509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Courier 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6509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ourier New"/>
              </a:rPr>
              <a:t>The quick brown fox jumps over the lazy dog 0123456789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Ritemark Nowhere Sans (installed nowhere)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6126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Ritemark Nowhere Sans"/>
              </a:rPr>
              <a:t>The quick brown fox jumps over the lazy dog 0123456789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Wrapping: the same paragraph in four 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theme (Aptos)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/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Calibri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>
                <a:latin typeface="Calibri"/>
              </a:rPr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Arial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>
                <a:latin typeface="Arial"/>
              </a:rPr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B66"/>
                </a:solidFill>
              </a:rPr>
              <a:t>Ritemark Nowhere Sans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5486400" cy="182880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800" b="0">
                <a:latin typeface="Ritemark Nowhere Sans"/>
              </a:rPr>
              <a:t>Ritemark opens presentations read-only so you can check a deck without leaving your notes. Line breaks depend on the font metrics, so a missing font moves every line that follows.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