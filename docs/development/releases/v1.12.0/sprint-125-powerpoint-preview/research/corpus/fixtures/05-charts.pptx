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19.2</c:v>
                </c:pt>
                <c:pt idx="1">
                  <c:v>21.4</c:v>
                </c:pt>
                <c:pt idx="2">
                  <c:v>16.7</c:v>
                </c:pt>
                <c:pt idx="3">
                  <c:v>24.1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22.3</c:v>
                </c:pt>
                <c:pt idx="1">
                  <c:v>28.6</c:v>
                </c:pt>
                <c:pt idx="2">
                  <c:v>15.2</c:v>
                </c:pt>
                <c:pt idx="3">
                  <c:v>30.4</c:v>
                </c:pt>
              </c:numCache>
            </c:numRef>
          </c:val>
        </c:ser>
        <c:dLbls>
          <c:numFmt formatCode="0.0" sourceLinked="0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19.2</c:v>
                </c:pt>
                <c:pt idx="1">
                  <c:v>21.4</c:v>
                </c:pt>
                <c:pt idx="2">
                  <c:v>16.7</c:v>
                </c:pt>
                <c:pt idx="3">
                  <c:v>24.1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22.3</c:v>
                </c:pt>
                <c:pt idx="1">
                  <c:v>28.6</c:v>
                </c:pt>
                <c:pt idx="2">
                  <c:v>15.2</c:v>
                </c:pt>
                <c:pt idx="3">
                  <c:v>30.4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19.2</c:v>
                </c:pt>
                <c:pt idx="1">
                  <c:v>21.4</c:v>
                </c:pt>
                <c:pt idx="2">
                  <c:v>16.7</c:v>
                </c:pt>
                <c:pt idx="3">
                  <c:v>24.1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22.3</c:v>
                </c:pt>
                <c:pt idx="1">
                  <c:v>28.6</c:v>
                </c:pt>
                <c:pt idx="2">
                  <c:v>15.2</c:v>
                </c:pt>
                <c:pt idx="3">
                  <c:v>30.4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mix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Product</c:v>
                </c:pt>
                <c:pt idx="1">
                  <c:v>Services</c:v>
                </c:pt>
                <c:pt idx="2">
                  <c:v>Licences</c:v>
                </c:pt>
                <c:pt idx="3">
                  <c:v>Other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0.46</c:v>
                </c:pt>
                <c:pt idx="1">
                  <c:v>0.28</c:v>
                </c:pt>
                <c:pt idx="2">
                  <c:v>0.18</c:v>
                </c:pt>
                <c:pt idx="3">
                  <c:v>0.08</c:v>
                </c:pt>
              </c:numCache>
            </c:numRef>
          </c:val>
        </c:ser>
        <c:dLbls>
          <c:numFmt formatCode="0%" sourceLinked="0"/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mix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Product</c:v>
                </c:pt>
                <c:pt idx="1">
                  <c:v>Services</c:v>
                </c:pt>
                <c:pt idx="2">
                  <c:v>Licences</c:v>
                </c:pt>
                <c:pt idx="3">
                  <c:v>Other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0.46</c:v>
                </c:pt>
                <c:pt idx="1">
                  <c:v>0.28</c:v>
                </c:pt>
                <c:pt idx="2">
                  <c:v>0.18</c:v>
                </c:pt>
                <c:pt idx="3">
                  <c:v>0.08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Clustered column chart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371600"/>
          <a:ext cx="1069848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Horizontal bar and line charts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548640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217920" y="1371600"/>
          <a:ext cx="5486400" cy="4846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Pie and doughnut charts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548640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217920" y="1371600"/>
          <a:ext cx="5486400" cy="4846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Charts</dc:title>
  <dc:subject/>
  <dc:creator>Ritemark corpus</dc:creator>
  <cp:keywords/>
  <dc:description>generated using python-pptx</dc:description>
  <cp:lastModifiedBy>Ritemark corpus</cp:lastModifiedBy>
  <cp:revision>1</cp:revision>
  <dcterms:created xsi:type="dcterms:W3CDTF">2026-01-01T00:00:00Z</dcterms:created>
  <dcterms:modified xsi:type="dcterms:W3CDTF">2026-01-01T00:00:00Z</dcterms:modified>
  <cp:category/>
</cp:coreProperties>
</file>