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levels of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Level one: the main point of the slide</a:t>
            </a:r>
          </a:p>
          <a:p>
            <a:pPr lvl="1"/>
            <a:r>
              <a:t>Level two: a supporting detail</a:t>
            </a:r>
          </a:p>
          <a:p>
            <a:pPr lvl="2"/>
            <a:r>
              <a:t>Level three: a finer detail</a:t>
            </a:r>
          </a:p>
          <a:p>
            <a:pPr lvl="3"/>
            <a:r>
              <a:t>Level four: rarely used</a:t>
            </a:r>
          </a:p>
          <a:p>
            <a:pPr lvl="4"/>
            <a:r>
              <a:t>Level five: the deepest level</a:t>
            </a:r>
          </a:p>
          <a:p>
            <a:pPr/>
            <a:r>
              <a:t>Mixed runs: </a:t>
            </a:r>
            <a:r>
              <a:rPr b="1"/>
              <a:t>bold</a:t>
            </a:r>
            <a:r>
              <a:t>, </a:t>
            </a:r>
            <a:r>
              <a:rPr i="1"/>
              <a:t>italic</a:t>
            </a:r>
            <a:r>
              <a:t>, </a:t>
            </a:r>
            <a:r>
              <a:rPr u="sng"/>
              <a:t>underlined</a:t>
            </a:r>
            <a:r>
              <a:t> and </a:t>
            </a:r>
            <a:r>
              <a:rPr>
                <a:solidFill>
                  <a:srgbClr val="D13B5C"/>
                </a:solidFill>
              </a:rPr>
              <a:t>coloured</a:t>
            </a:r>
          </a:p>
          <a:p>
            <a:pPr lvl="1"/>
            <a:r>
              <a:t>Back to level two after a level-one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steps and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Collect the feedback</a:t>
            </a:r>
          </a:p>
          <a:p>
            <a:pPr>
              <a:buAutoNum type="arabicPeriod"/>
            </a:pPr>
            <a:r>
              <a:t>Group it by theme</a:t>
            </a:r>
          </a:p>
          <a:p>
            <a:pPr lvl="1">
              <a:buAutoNum type="alphaLcParenR"/>
            </a:pPr>
            <a:r>
              <a:t>Sub-step a</a:t>
            </a:r>
          </a:p>
          <a:p>
            <a:pPr lvl="1">
              <a:buAutoNum type="alphaLcParenR"/>
            </a:pPr>
            <a:r>
              <a:t>Sub-step b</a:t>
            </a:r>
          </a:p>
          <a:p>
            <a:pPr>
              <a:buAutoNum type="arabicPeriod"/>
            </a:pPr>
            <a:r>
              <a:t>Decide what to build</a:t>
            </a:r>
          </a:p>
          <a:p>
            <a:pPr algn="ctr"/>
            <a:r>
              <a:t>Centred paragraph</a:t>
            </a:r>
          </a:p>
          <a:p>
            <a:pPr algn="r"/>
            <a:r>
              <a:t>Right-aligned paragraph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 much text: PowerPoint shrinks it to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 1: a long sentence that keeps going to fill the body placeholder with words</a:t>
            </a:r>
          </a:p>
          <a:p>
            <a:pPr lvl="1"/>
            <a:r>
              <a:t>Line 2: a long sentence that keeps going to fill the body placeholder with words</a:t>
            </a:r>
          </a:p>
          <a:p>
            <a:pPr lvl="2"/>
            <a:r>
              <a:t>Line 3: a long sentence that keeps going to fill the body placeholder with words</a:t>
            </a:r>
          </a:p>
          <a:p>
            <a:pPr/>
            <a:r>
              <a:t>Line 4: a long sentence that keeps going to fill the body placeholder with words</a:t>
            </a:r>
          </a:p>
          <a:p>
            <a:pPr lvl="1"/>
            <a:r>
              <a:t>Line 5: a long sentence that keeps going to fill the body placeholder with words</a:t>
            </a:r>
          </a:p>
          <a:p>
            <a:pPr lvl="2"/>
            <a:r>
              <a:t>Line 6: a long sentence that keeps going to fill the body placeholder with words</a:t>
            </a:r>
          </a:p>
          <a:p>
            <a:pPr/>
            <a:r>
              <a:t>Line 7: a long sentence that keeps going to fill the body placeholder with words</a:t>
            </a:r>
          </a:p>
          <a:p>
            <a:pPr lvl="1"/>
            <a:r>
              <a:t>Line 8: a long sentence that keeps going to fill the body placeholder with words</a:t>
            </a:r>
          </a:p>
          <a:p>
            <a:pPr lvl="2"/>
            <a:r>
              <a:t>Line 9: a long sentence that keeps going to fill the body placeholder with words</a:t>
            </a:r>
          </a:p>
          <a:p>
            <a:pPr/>
            <a:r>
              <a:t>Line 10: a long sentence that keeps going to fill the body placeholder with words</a:t>
            </a:r>
          </a:p>
          <a:p>
            <a:pPr lvl="1"/>
            <a:r>
              <a:t>Line 11: a long sentence that keeps going to fill the body placeholder with words</a:t>
            </a:r>
          </a:p>
          <a:p>
            <a:pPr lvl="2"/>
            <a:r>
              <a:t>Line 12: a long sentence that keeps going to fill the body placeholder with words</a:t>
            </a:r>
          </a:p>
          <a:p>
            <a:pPr/>
            <a:r>
              <a:t>Line 13: a long sentence that keeps going to fill the body placeholder with words</a:t>
            </a:r>
          </a:p>
          <a:p>
            <a:pPr lvl="1"/>
            <a:r>
              <a:t>Line 14: a long sentence that keeps going to fill the body placeholder with words</a:t>
            </a:r>
          </a:p>
          <a:p>
            <a:pPr lvl="2"/>
            <a:r>
              <a:t>Line 15: a long sentence that keeps going to fill the body placeholder with words</a:t>
            </a:r>
          </a:p>
          <a:p>
            <a:pPr/>
            <a:r>
              <a:t>Line 16: a long sentence that keeps going to fill the body placeholder with 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Left column</a:t>
            </a:r>
          </a:p>
          <a:p>
            <a:pPr lvl="1"/>
            <a:r>
              <a:t>Point A</a:t>
            </a:r>
          </a:p>
          <a:p>
            <a:pPr lvl="1"/>
            <a:r>
              <a:t>Point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Right column</a:t>
            </a:r>
          </a:p>
          <a:p>
            <a:pPr lvl="1"/>
            <a:r>
              <a:t>Point C</a:t>
            </a:r>
          </a:p>
          <a:p>
            <a:pPr lvl="1"/>
            <a:r>
              <a:t>Point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and bullets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