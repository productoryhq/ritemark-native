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Preset shapes, fills and 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54480"/>
            <a:ext cx="1920240" cy="1645920"/>
          </a:xfrm>
          <a:prstGeom prst="rect">
            <a:avLst/>
          </a:prstGeom>
          <a:solidFill>
            <a:srgbClr val="3B3FB5"/>
          </a:solidFill>
          <a:ln w="254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/>
              <a:t>Rectangle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40" y="1554480"/>
            <a:ext cx="1920240" cy="1645920"/>
          </a:xfrm>
          <a:prstGeom prst="roundRect">
            <a:avLst/>
          </a:prstGeom>
          <a:solidFill>
            <a:srgbClr val="0F9D8A"/>
          </a:solidFill>
          <a:ln w="38100">
            <a:solidFill>
              <a:srgbClr val="1F1F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/>
              <a:t>Rounded</a:t>
            </a:r>
          </a:p>
        </p:txBody>
      </p:sp>
      <p:sp>
        <p:nvSpPr>
          <p:cNvPr id="5" name="Oval 4"/>
          <p:cNvSpPr/>
          <p:nvPr/>
        </p:nvSpPr>
        <p:spPr>
          <a:xfrm>
            <a:off x="5120640" y="1554480"/>
            <a:ext cx="1920240" cy="1645920"/>
          </a:xfrm>
          <a:prstGeom prst="ellipse">
            <a:avLst/>
          </a:prstGeom>
          <a:solidFill>
            <a:srgbClr val="E8A317"/>
          </a:solidFill>
          <a:ln w="508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/>
              <a:t>Oval</a:t>
            </a:r>
          </a:p>
        </p:txBody>
      </p:sp>
      <p:sp>
        <p:nvSpPr>
          <p:cNvPr id="6" name="Isosceles Triangle 5"/>
          <p:cNvSpPr/>
          <p:nvPr/>
        </p:nvSpPr>
        <p:spPr>
          <a:xfrm>
            <a:off x="7406640" y="1554480"/>
            <a:ext cx="1920240" cy="1645920"/>
          </a:xfrm>
          <a:prstGeom prst="triangle">
            <a:avLst/>
          </a:prstGeom>
          <a:solidFill>
            <a:srgbClr val="D13B5C"/>
          </a:solidFill>
          <a:ln w="254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/>
              <a:t>Triangle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9692640" y="1554480"/>
            <a:ext cx="1920240" cy="1645920"/>
          </a:xfrm>
          <a:prstGeom prst="rightArrow">
            <a:avLst/>
          </a:prstGeom>
          <a:solidFill>
            <a:srgbClr val="3B3FB5"/>
          </a:solidFill>
          <a:ln w="381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/>
              <a:t>Arrow</a:t>
            </a:r>
          </a:p>
        </p:txBody>
      </p:sp>
      <p:sp>
        <p:nvSpPr>
          <p:cNvPr id="8" name="5-Point Star 7"/>
          <p:cNvSpPr/>
          <p:nvPr/>
        </p:nvSpPr>
        <p:spPr>
          <a:xfrm>
            <a:off x="548640" y="3931920"/>
            <a:ext cx="1920240" cy="1645920"/>
          </a:xfrm>
          <a:prstGeom prst="star5">
            <a:avLst/>
          </a:prstGeom>
          <a:solidFill>
            <a:srgbClr val="E8A317"/>
          </a:solidFill>
          <a:ln w="50800">
            <a:solidFill>
              <a:srgbClr val="1F1F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/>
              <a:t>Star</a:t>
            </a:r>
          </a:p>
        </p:txBody>
      </p:sp>
      <p:sp>
        <p:nvSpPr>
          <p:cNvPr id="9" name="Chevron 8"/>
          <p:cNvSpPr/>
          <p:nvPr/>
        </p:nvSpPr>
        <p:spPr>
          <a:xfrm>
            <a:off x="2834640" y="3931920"/>
            <a:ext cx="1920240" cy="1645920"/>
          </a:xfrm>
          <a:prstGeom prst="chevron">
            <a:avLst/>
          </a:prstGeom>
          <a:solidFill>
            <a:srgbClr val="0F9D8A"/>
          </a:solidFill>
          <a:ln w="254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/>
              <a:t>Chevron</a:t>
            </a:r>
          </a:p>
        </p:txBody>
      </p:sp>
      <p:sp>
        <p:nvSpPr>
          <p:cNvPr id="10" name="Hexagon 9"/>
          <p:cNvSpPr/>
          <p:nvPr/>
        </p:nvSpPr>
        <p:spPr>
          <a:xfrm>
            <a:off x="5120640" y="3931920"/>
            <a:ext cx="1920240" cy="1645920"/>
          </a:xfrm>
          <a:prstGeom prst="hexagon">
            <a:avLst/>
          </a:prstGeom>
          <a:solidFill>
            <a:srgbClr val="D13B5C"/>
          </a:solidFill>
          <a:ln w="381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/>
              <a:t>Hexagon</a:t>
            </a:r>
          </a:p>
        </p:txBody>
      </p:sp>
      <p:sp>
        <p:nvSpPr>
          <p:cNvPr id="11" name="Can 10"/>
          <p:cNvSpPr/>
          <p:nvPr/>
        </p:nvSpPr>
        <p:spPr>
          <a:xfrm>
            <a:off x="7406640" y="3931920"/>
            <a:ext cx="1920240" cy="1645920"/>
          </a:xfrm>
          <a:prstGeom prst="can">
            <a:avLst/>
          </a:prstGeom>
          <a:solidFill>
            <a:srgbClr val="555B66"/>
          </a:solidFill>
          <a:ln w="508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/>
              <a:t>Can</a:t>
            </a:r>
          </a:p>
        </p:txBody>
      </p:sp>
      <p:sp>
        <p:nvSpPr>
          <p:cNvPr id="12" name="Cloud 11"/>
          <p:cNvSpPr/>
          <p:nvPr/>
        </p:nvSpPr>
        <p:spPr>
          <a:xfrm>
            <a:off x="9692640" y="3931920"/>
            <a:ext cx="1920240" cy="1645920"/>
          </a:xfrm>
          <a:prstGeom prst="cloud">
            <a:avLst/>
          </a:prstGeom>
          <a:solidFill>
            <a:srgbClr val="0F9D8A"/>
          </a:solidFill>
          <a:ln w="25400">
            <a:solidFill>
              <a:srgbClr val="1F1F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/>
              <a:t>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Gradients, rotation, flips, no fill, connectors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54480"/>
            <a:ext cx="3200400" cy="1828800"/>
          </a:xfrm>
          <a:prstGeom prst="rect">
            <a:avLst/>
          </a:prstGeom>
          <a:gradFill rotWithShape="1">
            <a:gsLst>
              <a:gs pos="0">
                <a:srgbClr val="3B3FB5"/>
              </a:gs>
              <a:gs pos="100000">
                <a:srgbClr val="0F9D8A"/>
              </a:gs>
            </a:gsLst>
            <a:lin scaled="0" ang="189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Linear gradient 45°</a:t>
            </a:r>
          </a:p>
        </p:txBody>
      </p:sp>
      <p:sp>
        <p:nvSpPr>
          <p:cNvPr id="4" name="Rectangle 3"/>
          <p:cNvSpPr/>
          <p:nvPr/>
        </p:nvSpPr>
        <p:spPr>
          <a:xfrm rot="1800000">
            <a:off x="4572000" y="1737360"/>
            <a:ext cx="2743200" cy="1463040"/>
          </a:xfrm>
          <a:prstGeom prst="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Rotated 30°</a:t>
            </a:r>
          </a:p>
        </p:txBody>
      </p:sp>
      <p:sp>
        <p:nvSpPr>
          <p:cNvPr id="5" name="Right Triangle 4"/>
          <p:cNvSpPr/>
          <p:nvPr/>
        </p:nvSpPr>
        <p:spPr>
          <a:xfrm flipH="1">
            <a:off x="8229600" y="1554480"/>
            <a:ext cx="2743200" cy="1828800"/>
          </a:xfrm>
          <a:prstGeom prst="rtTriangle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4023360"/>
            <a:ext cx="3200400" cy="1828800"/>
          </a:xfrm>
          <a:prstGeom prst="roundRect">
            <a:avLst/>
          </a:prstGeom>
          <a:noFill/>
          <a:ln w="50800">
            <a:solidFill>
              <a:srgbClr val="3B3FB5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3B3FB5"/>
                </a:solidFill>
              </a:rPr>
              <a:t>No fill, dotted outline</a:t>
            </a:r>
          </a:p>
        </p:txBody>
      </p:sp>
      <p:sp>
        <p:nvSpPr>
          <p:cNvPr id="7" name="Oval 6"/>
          <p:cNvSpPr/>
          <p:nvPr/>
        </p:nvSpPr>
        <p:spPr>
          <a:xfrm>
            <a:off x="4754880" y="4206240"/>
            <a:ext cx="1463040" cy="1463040"/>
          </a:xfrm>
          <a:prstGeom prst="ellipse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0" y="4206240"/>
            <a:ext cx="1463040" cy="1463040"/>
          </a:xfrm>
          <a:prstGeom prst="ellipse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217920" y="4937760"/>
            <a:ext cx="2560320" cy="0"/>
          </a:xfrm>
          <a:prstGeom prst="line">
            <a:avLst/>
          </a:prstGeom>
          <a:ln w="381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5486400" y="3657600"/>
            <a:ext cx="4023360" cy="548640"/>
          </a:xfrm>
          <a:prstGeom prst="bentConnector3">
            <a:avLst/>
          </a:prstGeom>
          <a:ln w="25400">
            <a:solidFill>
              <a:srgbClr val="55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Grouped shapes, nested groups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31520" y="1828800"/>
            <a:ext cx="5029200" cy="3566160"/>
            <a:chOff x="731520" y="1828800"/>
            <a:chExt cx="5029200" cy="3566160"/>
          </a:xfrm>
        </p:grpSpPr>
        <p:sp>
          <p:nvSpPr>
            <p:cNvPr id="4" name="Rounded Rectangle 3"/>
            <p:cNvSpPr/>
            <p:nvPr/>
          </p:nvSpPr>
          <p:spPr>
            <a:xfrm>
              <a:off x="731520" y="1828800"/>
              <a:ext cx="1554480" cy="1097280"/>
            </a:xfrm>
            <a:prstGeom prst="roundRect">
              <a:avLst/>
            </a:prstGeom>
            <a:solidFill>
              <a:srgbClr val="3B3FB5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Group A1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468880" y="1828800"/>
              <a:ext cx="1554480" cy="1097280"/>
            </a:xfrm>
            <a:prstGeom prst="roundRect">
              <a:avLst/>
            </a:prstGeom>
            <a:solidFill>
              <a:srgbClr val="0F9D8A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Group A2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06240" y="1828800"/>
              <a:ext cx="1554480" cy="1097280"/>
            </a:xfrm>
            <a:prstGeom prst="roundRect">
              <a:avLst/>
            </a:prstGeom>
            <a:solidFill>
              <a:srgbClr val="E8A31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Group A3</a:t>
              </a: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1280160" y="3291840"/>
              <a:ext cx="3657600" cy="1280160"/>
              <a:chOff x="1280160" y="3291840"/>
              <a:chExt cx="3657600" cy="1280160"/>
            </a:xfrm>
          </p:grpSpPr>
          <p:sp>
            <p:nvSpPr>
              <p:cNvPr id="8" name="Oval 7"/>
              <p:cNvSpPr/>
              <p:nvPr/>
            </p:nvSpPr>
            <p:spPr>
              <a:xfrm>
                <a:off x="1280160" y="3291840"/>
                <a:ext cx="1280160" cy="1280160"/>
              </a:xfrm>
              <a:prstGeom prst="ellipse">
                <a:avLst/>
              </a:prstGeom>
              <a:solidFill>
                <a:srgbClr val="D13B5C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t>Nested 1</a:t>
                </a:r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3657600" y="3291840"/>
                <a:ext cx="1280160" cy="1280160"/>
              </a:xfrm>
              <a:prstGeom prst="ellipse">
                <a:avLst/>
              </a:prstGeom>
              <a:solidFill>
                <a:srgbClr val="D13B5C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t>Nested 2</a:t>
                </a:r>
              </a:p>
            </p:txBody>
          </p:sp>
        </p:grpSp>
        <p:sp>
          <p:nvSpPr>
            <p:cNvPr id="10" name="TextBox 9"/>
            <p:cNvSpPr txBox="1"/>
            <p:nvPr/>
          </p:nvSpPr>
          <p:spPr>
            <a:xfrm>
              <a:off x="731520" y="4846320"/>
              <a:ext cx="502920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A text box inside the group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 rot="900000">
            <a:off x="7315200" y="2194560"/>
            <a:ext cx="3108960" cy="2194560"/>
            <a:chOff x="7315200" y="2194560"/>
            <a:chExt cx="3108960" cy="2194560"/>
          </a:xfrm>
        </p:grpSpPr>
        <p:sp>
          <p:nvSpPr>
            <p:cNvPr id="12" name="Rectangle 11"/>
            <p:cNvSpPr/>
            <p:nvPr/>
          </p:nvSpPr>
          <p:spPr>
            <a:xfrm>
              <a:off x="7315200" y="2194560"/>
              <a:ext cx="1463040" cy="2194560"/>
            </a:xfrm>
            <a:prstGeom prst="rect">
              <a:avLst/>
            </a:prstGeom>
            <a:solidFill>
              <a:srgbClr val="0F9D8A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B1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961120" y="2194560"/>
              <a:ext cx="1463040" cy="2194560"/>
            </a:xfrm>
            <a:prstGeom prst="rect">
              <a:avLst/>
            </a:prstGeom>
            <a:solidFill>
              <a:srgbClr val="3B3FB5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B2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Shapes and groups</dc:title>
  <dc:subject/>
  <dc:creator>Ritemark corpus</dc:creator>
  <cp:keywords/>
  <dc:description>generated using python-pptx</dc:description>
  <cp:lastModifiedBy>Ritemark corpus</cp:lastModifiedBy>
  <cp:revision>1</cp:revision>
  <dcterms:created xsi:type="dcterms:W3CDTF">2026-01-01T00:00:00Z</dcterms:created>
  <dcterms:modified xsi:type="dcterms:W3CDTF">2026-01-01T00:00:00Z</dcterms:modified>
  <cp:category/>
</cp:coreProperties>
</file>