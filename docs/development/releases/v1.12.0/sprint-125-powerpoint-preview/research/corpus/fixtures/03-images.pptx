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at native aspect, and stretched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2011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749039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Cropped pictures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548640" y="1463040"/>
            <a:ext cx="36576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4480560" y="1463040"/>
            <a:ext cx="3657600" cy="2286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rcRect l="50000" t="25000" b="25000"/>
          <a:stretch>
            <a:fillRect/>
          </a:stretch>
        </p:blipFill>
        <p:spPr>
          <a:xfrm>
            <a:off x="8412480" y="1463040"/>
            <a:ext cx="3200400" cy="2000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</a:rPr>
              <a:t>Left: columns B–C. Middle: rows 3–4. Right (JPEG): columns C–D, rows 2–3.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Text over a full-bleed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